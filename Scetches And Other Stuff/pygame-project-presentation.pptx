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3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авнобедренный треугольник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0CBB9E7D-4B13-4E77-82EF-EA3D2C6C9736}" type="datetimeFigureOut">
              <a:rPr lang="ru-RU" smtClean="0"/>
              <a:t>18.01.2021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1B5E3153-6310-4F69-A063-FB503E5990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0CBB9E7D-4B13-4E77-82EF-EA3D2C6C9736}" type="datetimeFigureOut">
              <a:rPr lang="ru-RU" smtClean="0"/>
              <a:t>18.01.2021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3153-6310-4F69-A063-FB503E5990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ый треугольник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Равнобедренный треугольник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0CBB9E7D-4B13-4E77-82EF-EA3D2C6C9736}" type="datetimeFigureOut">
              <a:rPr lang="ru-RU" smtClean="0"/>
              <a:t>18.01.2021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1B5E3153-6310-4F69-A063-FB503E59904A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0CBB9E7D-4B13-4E77-82EF-EA3D2C6C9736}" type="datetimeFigureOut">
              <a:rPr lang="ru-RU" smtClean="0"/>
              <a:t>18.01.2021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1B5E3153-6310-4F69-A063-FB503E5990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0CBB9E7D-4B13-4E77-82EF-EA3D2C6C9736}" type="datetimeFigureOut">
              <a:rPr lang="ru-RU" smtClean="0"/>
              <a:t>18.01.2021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1B5E3153-6310-4F69-A063-FB503E59904A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9E7D-4B13-4E77-82EF-EA3D2C6C9736}" type="datetimeFigureOut">
              <a:rPr lang="ru-RU" smtClean="0"/>
              <a:t>18.01.2021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3153-6310-4F69-A063-FB503E5990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0CBB9E7D-4B13-4E77-82EF-EA3D2C6C9736}" type="datetimeFigureOut">
              <a:rPr lang="ru-RU" smtClean="0"/>
              <a:t>18.01.2021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1B5E3153-6310-4F69-A063-FB503E5990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0CBB9E7D-4B13-4E77-82EF-EA3D2C6C9736}" type="datetimeFigureOut">
              <a:rPr lang="ru-RU" smtClean="0"/>
              <a:t>18.01.2021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1B5E3153-6310-4F69-A063-FB503E59904A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0CBB9E7D-4B13-4E77-82EF-EA3D2C6C9736}" type="datetimeFigureOut">
              <a:rPr lang="ru-RU" smtClean="0"/>
              <a:t>18.01.2021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1B5E3153-6310-4F69-A063-FB503E59904A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9E7D-4B13-4E77-82EF-EA3D2C6C9736}" type="datetimeFigureOut">
              <a:rPr lang="ru-RU" smtClean="0"/>
              <a:t>18.01.2021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3153-6310-4F69-A063-FB503E5990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9E7D-4B13-4E77-82EF-EA3D2C6C9736}" type="datetimeFigureOut">
              <a:rPr lang="ru-RU" smtClean="0"/>
              <a:t>18.01.2021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3153-6310-4F69-A063-FB503E59904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0CBB9E7D-4B13-4E77-82EF-EA3D2C6C9736}" type="datetimeFigureOut">
              <a:rPr lang="ru-RU" smtClean="0"/>
              <a:t>18.01.2021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1B5E3153-6310-4F69-A063-FB503E59904A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Сбежать из ада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Суворов Арсений Тимурович,</a:t>
            </a:r>
          </a:p>
          <a:p>
            <a:r>
              <a:rPr lang="ru-RU" sz="2000" dirty="0" smtClean="0"/>
              <a:t> Синепальникова Ольга Игоревна</a:t>
            </a:r>
            <a:endParaRPr lang="ru-RU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игры: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23528" y="2276872"/>
            <a:ext cx="5616624" cy="2286000"/>
          </a:xfrm>
        </p:spPr>
        <p:txBody>
          <a:bodyPr/>
          <a:lstStyle/>
          <a:p>
            <a:r>
              <a:rPr lang="ru-RU" dirty="0" smtClean="0"/>
              <a:t>Сбежать из ада, проходя уровни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 проекте были применены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PyQT5</a:t>
            </a:r>
          </a:p>
          <a:p>
            <a:endParaRPr lang="en-US" sz="2400" dirty="0" smtClean="0"/>
          </a:p>
          <a:p>
            <a:r>
              <a:rPr lang="en-US" sz="2400" dirty="0" err="1" smtClean="0"/>
              <a:t>pygame</a:t>
            </a:r>
            <a:endParaRPr lang="ru-RU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Варианты доработки: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8295456" cy="2286000"/>
          </a:xfrm>
        </p:spPr>
        <p:txBody>
          <a:bodyPr>
            <a:noAutofit/>
          </a:bodyPr>
          <a:lstStyle/>
          <a:p>
            <a:pPr marL="53975" indent="488950">
              <a:buFont typeface="Arial" pitchFamily="34" charset="0"/>
              <a:buChar char="•"/>
            </a:pPr>
            <a:r>
              <a:rPr lang="ru-RU" sz="2800" dirty="0" smtClean="0"/>
              <a:t>Больше уровней</a:t>
            </a:r>
          </a:p>
          <a:p>
            <a:pPr marL="53975" indent="488950">
              <a:buFont typeface="Arial" pitchFamily="34" charset="0"/>
              <a:buChar char="•"/>
            </a:pPr>
            <a:r>
              <a:rPr lang="ru-RU" sz="2800" dirty="0" smtClean="0"/>
              <a:t>Другие персонажи со своими способностями</a:t>
            </a:r>
          </a:p>
          <a:p>
            <a:pPr marL="53975" indent="488950">
              <a:buFont typeface="Arial" pitchFamily="34" charset="0"/>
              <a:buChar char="•"/>
            </a:pPr>
            <a:r>
              <a:rPr lang="ru-RU" sz="2800" dirty="0" smtClean="0"/>
              <a:t>Финальный босс</a:t>
            </a:r>
          </a:p>
          <a:p>
            <a:pPr marL="53975" indent="488950">
              <a:buFont typeface="Arial" pitchFamily="34" charset="0"/>
              <a:buChar char="•"/>
            </a:pPr>
            <a:r>
              <a:rPr lang="ru-RU" sz="2800" dirty="0" smtClean="0"/>
              <a:t>Разные уровни сложности </a:t>
            </a:r>
            <a:endParaRPr lang="ru-RU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2636912"/>
            <a:ext cx="7239000" cy="1362075"/>
          </a:xfrm>
        </p:spPr>
        <p:txBody>
          <a:bodyPr>
            <a:normAutofit/>
          </a:bodyPr>
          <a:lstStyle/>
          <a:p>
            <a:r>
              <a:rPr lang="ru-RU" sz="4400" dirty="0" smtClean="0"/>
              <a:t>Спасибо за внимание!</a:t>
            </a:r>
            <a:endParaRPr lang="ru-RU" sz="4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ркая">
  <a:themeElements>
    <a:clrScheme name="Другая 1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0000"/>
      </a:accent1>
      <a:accent2>
        <a:srgbClr val="E40059"/>
      </a:accent2>
      <a:accent3>
        <a:srgbClr val="9B1001"/>
      </a:accent3>
      <a:accent4>
        <a:srgbClr val="800000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Ярк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Яркая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20</TotalTime>
  <Words>45</Words>
  <Application>Microsoft Office PowerPoint</Application>
  <PresentationFormat>Экран (4:3)</PresentationFormat>
  <Paragraphs>15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Яркая</vt:lpstr>
      <vt:lpstr>Сбежать из ада</vt:lpstr>
      <vt:lpstr>Цель игры:</vt:lpstr>
      <vt:lpstr>В проекте были применены</vt:lpstr>
      <vt:lpstr>Варианты доработки: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Сбежать из ада</dc:title>
  <dc:creator>RePack by SPecialiST</dc:creator>
  <cp:lastModifiedBy>RePack by SPecialiST</cp:lastModifiedBy>
  <cp:revision>11</cp:revision>
  <dcterms:created xsi:type="dcterms:W3CDTF">2021-01-18T11:38:09Z</dcterms:created>
  <dcterms:modified xsi:type="dcterms:W3CDTF">2021-01-18T11:58:24Z</dcterms:modified>
</cp:coreProperties>
</file>