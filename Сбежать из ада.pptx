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13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2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2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A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13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Произвольный</PresentationFormat>
  <Paragraphs>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Сбежать из ада</dc:title>
  <dc:creator>Арсений</dc:creator>
  <cp:lastModifiedBy>Арсений</cp:lastModifiedBy>
  <cp:revision>2</cp:revision>
  <dcterms:created xsi:type="dcterms:W3CDTF">2006-08-16T00:00:00Z</dcterms:created>
  <dcterms:modified xsi:type="dcterms:W3CDTF">2021-01-25T11:36:35Z</dcterms:modified>
  <dc:identifier>DAEUOwKPB6M</dc:identifier>
</cp:coreProperties>
</file>